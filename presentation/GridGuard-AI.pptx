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GridGuard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Outage Prediction &amp; Grid Equipment Failure Advisor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49364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Unexpected Failures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549364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transformers and substations fail without warning, causing outages and service disruptions across the grid.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49364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Schedule-Based Maintenance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549364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 decisions rely on fixed schedules rather than real-time equipment condition data.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49364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Weather Risk Ignored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549364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Weather amplifies equipment failure risk, but is not integrated into maintenance planning workflows.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Gap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90712"/>
            <a:ext cx="6908330" cy="3914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826" y="1542455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Exists — Insight Doesn't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2826" y="2005806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data is collected but never converted into actionable failure probability scores.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22826" y="3048397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Siloed Context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2826" y="3511748"/>
            <a:ext cx="351364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incidents and weather signals remain disconnected from the maintenance decisions that need them most.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22826" y="4842768"/>
            <a:ext cx="35136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Unified Risk Ranking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22826" y="5306120"/>
            <a:ext cx="351364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existing system ranks assets by both failure likelihood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downstream grid impact simultaneously.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3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81982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87734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3033216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Platform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404207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Assets, sensors, incidents, weather, and field crews in one risk-management system.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681982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87734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3033216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 ML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404207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equipment failure probability from multi-source operational data.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681982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87734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3033216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633391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Engine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4042073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failure risk, grid impact, and weather context into a single composite score.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70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Value Proposition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5697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7107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119438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failure probability from multi-source operational data.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765697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271075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Prioritize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119438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assets by consequence to the grid, not just failure likelihood.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13287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5267027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maintenance recommendations with specific, actionable timeframes.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13287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Prepare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5267027"/>
            <a:ext cx="505635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 field crews and optimal pre-positioning locations.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476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Works: The Pipeline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5746"/>
            <a:ext cx="6931050" cy="3787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5460" y="3031152"/>
            <a:ext cx="1605971" cy="43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Aggregate Sensor 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630811" y="3006509"/>
            <a:ext cx="1605972" cy="43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Join Weather &amp; Incidents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649749" y="3014400"/>
            <a:ext cx="1605971" cy="437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 Priority Score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980659" y="2849959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Priority Score Formula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80659" y="3224113"/>
            <a:ext cx="355581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levels classified as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 / Medium / High / Critical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the Random Forest output.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5444728"/>
            <a:ext cx="3536465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4289" y="5607546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4289" y="5929809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Risk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27516" y="5444728"/>
            <a:ext cx="3536564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0330" y="5607546"/>
            <a:ext cx="321093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0330" y="5929809"/>
            <a:ext cx="321093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 Impact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93656" y="5444728"/>
            <a:ext cx="3536465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6470" y="5607546"/>
            <a:ext cx="321083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56470" y="5929809"/>
            <a:ext cx="321083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Weather Risk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Performance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6766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99.68%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351260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527175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Evaluated on 1,250 test cases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304002" y="956766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4304002" y="1351260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04002" y="1527175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missed failure events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946628" y="956766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0.998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7946628" y="1351260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ROC-AUC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46628" y="1527175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Near-perfect discrimination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61475" y="1711424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Predictive Features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29904"/>
            <a:ext cx="10868745" cy="60865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61475" y="806956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3,750 rows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300-estimator Random Forest ensemble.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62980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Operational Outputs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63166"/>
            <a:ext cx="6296860" cy="115708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6675" y="1792188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452923" y="1541661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Maintenance Recommendations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452923" y="1871464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→ 2 hrs  |  High → 24–72 hrs  |  Medium → 7 days  |  Low → routine schedule.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54796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6675" y="3083818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452923" y="2833291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Crew Pre-Positioning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452923" y="3163094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available teams to high-priority assets by geography before failures occur.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46426"/>
            <a:ext cx="6296860" cy="956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6675" y="4275336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452923" y="4124920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Grid Advisor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452923" y="4454723"/>
            <a:ext cx="532692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Operator-oriented summary of highest-risk assets and outage-prone areas.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037832"/>
            <a:ext cx="6296860" cy="115708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6675" y="5466854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452923" y="5216327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Scenario Simulation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452923" y="5546130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what-if weather and load conditions without persisting changes to the live system.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00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0337"/>
            <a:ext cx="6905849" cy="3913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1610320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27489" y="2084189"/>
            <a:ext cx="41186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· Flask · SQLAlchemy · SQLite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27489" y="2562622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27489" y="3036491"/>
            <a:ext cx="35090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Random Forest (300 estimators)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27489" y="3810198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27489" y="4284067"/>
            <a:ext cx="35090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/ CSS / JavaScript · Chart.js · Leaflet + OpenStreetMap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27489" y="5057775"/>
            <a:ext cx="350908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Engineering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27489" y="5531644"/>
            <a:ext cx="35090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 · NumPy for aggregation and feature engineering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18370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663627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Validate with Real Utility Data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7230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model performance against real-world failure outcomes from utility partners.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518370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90301" y="2663627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 Infrastructure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072309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Migrate to PostgreSQL and integrate streaming sensor telemetry for production loads.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 the Model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485765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SHAP explainability, temporal sequence models, and network topology analysis.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0301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303712"/>
            <a:ext cx="5339919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301" y="444896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Harden for Production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4857651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authentication, audit logging, and production safety controls.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2026-09-15T16:18:10Z</dcterms:created>
  <dcterms:modified xsi:type="dcterms:W3CDTF">2026-09-15T16:18:10Z</dcterms:modified>
</cp:coreProperties>
</file>